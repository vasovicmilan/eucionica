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D27B4D96-637B-40AF-9C89-A673DCF36E1C}" type="datetimeFigureOut">
              <a:rPr lang="en-US" smtClean="0"/>
              <a:t>17-Mar-19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DDE0B18-FFEE-49A1-AE9C-3516398E51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smtClean="0"/>
              <a:t>ER DIJAGRAMI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"/>
            <a:ext cx="8458200" cy="6477000"/>
          </a:xfrm>
        </p:spPr>
        <p:txBody>
          <a:bodyPr/>
          <a:lstStyle/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1. CRTANJE ER DIJAGRAMA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Radnici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u fabrici se opisuju: matičnim brojem, prezimenom, imenom, adresom stanovanja, datumom rođenja i datumom zaposlenja.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Radnici zaposleni u fabrici su ili radnici u proizvodnji, ili radnici utovara ili, pak magacioneri. Za svakog radnika u proizvodnji se </a:t>
            </a:r>
          </a:p>
          <a:p>
            <a:pPr>
              <a:buNone/>
            </a:pP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evidentira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još i broj radnih sati koje je proveo na poslu, dok za radnike utovara postoji određena norma koju treba da ispune.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Radnik u proizvodnji, u toku određene smene, rukuje samo jednom mašinom, za koju je potrebno evidentirati: id mašine, model, </a:t>
            </a:r>
          </a:p>
          <a:p>
            <a:pPr>
              <a:buNone/>
            </a:pP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naziv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proizvođača i brzinu rada. 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Mašina može, ali ne mora biti vrsta: paker ili proizvođač. Za paker mašine se zna operacija pakovanja, a za mašine koje proizvode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operacije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proizvodnje. Na svakoj mašini koja je paker se pakuje jedan ili više proizvoda. Obrnuto, za svaki proizvod se tačno zna na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kojoj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paker mašini je izvršeno pakovanje. Proizvod koji se opisuje identifikacionim brojem, nazivom i vrstom može biti pakovan i na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većem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broju mašina.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Na svakoj mašini-proizvođač se proizvodi po nekoliko proizvoda, i ti proizvodi moraju biti proizvedeni na nekim mašinama. Tom </a:t>
            </a:r>
          </a:p>
          <a:p>
            <a:pPr>
              <a:buNone/>
            </a:pP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prilikom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se evidentira količina koja je proizvedena na toj mašini u toku dana, tj. određenog datuma. Neki proizvodi se prenose (idu) </a:t>
            </a: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magacin, i tada se mora znati količina koja je preneta, dan prenosa i smer kretanja proizvoda. </a:t>
            </a:r>
            <a:endParaRPr lang="sr-Latn-R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Kada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se proizvodi prenose 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magacin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, utovar vrše radnici utovara. Jedan radnik mora da utovari bar jedan proizvod da bi bio radnik utovara, a može da utovara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više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proizvoda koji idu u magacin. 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Proizvode primaju magacioneri, jedan ili više njih. Za magacine se zna redni broj, kapacitet i stanje u kom se magacin nalazi. </a:t>
            </a:r>
            <a:endParaRPr lang="sr-Latn-R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U magacinu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mora da radi bar jedan, ali obično nekoliko magacionera, dok magacioneri ne mogu da rade u više magacina.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458200" cy="6324600"/>
          </a:xfrm>
        </p:spPr>
        <p:txBody>
          <a:bodyPr/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2. CRTANJE ER DIJAGRAMA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Izvođači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koji sviraju na koncertima se opisuju sa id izvodjača i nazivom. Svaki izvođač je smešten 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jednom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hotelu, od određenog dana početka do dana završetka nastupa. Evidentiramo: id hotela, naziv, </a:t>
            </a: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klasu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 lokaciju. </a:t>
            </a:r>
            <a:endParaRPr lang="sr-Latn-R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bazi podataka će se naći podaci i onim hotelima u kojima nije niko smešten, zbog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eventualnog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smeštaja u budućnosti (na sledećim festivalima). Izvođači sviraju, svaki samo na jednoj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bini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, dok na jednoj istoj bini svira više izvođača i tada se uvek zna dan i vreme nastupa izvođača. </a:t>
            </a:r>
            <a:endParaRPr lang="sr-Latn-R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Za bine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moramo upisati snagu ozvučenja, dimenzije i jačinu rasvete.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Pozorišne predstave se igraju na pozornicama tačno određenog datuma u naznačeno vreme. Za svaku predstavu znamo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predstave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, ime, ko je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režirao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 ko je napisao scenario. Predstava se može igrati na više pozornica, u različito vreme, a mora bar na jednoj, dok se na pozornici mora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izvoditi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najmanje jedna, ali obično više predstava.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Filmovi (id filma, ime, režiser, tehnika, trajanje) se projektuju tačno određenog datuma, u naznačeno vreme, u biskopima za koje ćemo u bazu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podataka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upisati samo najosnovnije podatke: veličinu platna i broj sedišta. Baza treba da sadrži podatke i za one bioskope u kojima još nije održana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nijedna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projekcija filmova. Filmovi se mogu puštati u više bioskopa.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Pozornice, bioskopi i bine predstavljaju prostore. Prostori se opisuju sa id prostora i nazivom. Svaki prostor mora biti ili pozornica ili biskopi ili bina.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Prostor ima jedan ili više ulaza, dok svaki ulaz pripada samo jednom prostoru. Ulaz se opisuje sa: id ulaza, pozicijom i kapacitetom. Na ulazima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mogu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, jednom ili više puta, ući samo oni posetioci koji su kupili kartu (redni broj karte i broj dana za koji važi karta). </a:t>
            </a:r>
            <a:endParaRPr lang="sr-Latn-R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Posetioci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kupuju jednu ili više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karata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i tom prilikom ostavljaju podatke: JMBG, ime i prezime. Karte se ne moraju sve prodati, ali kada je rodata, karta važi samo za jednu osobu. </a:t>
            </a:r>
          </a:p>
          <a:p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Neke karte je moguće prodati sa povlasticama. Takođe, ne mora svaki posetilac koji je kupio kartu i da uđe u neki prostor u kojem se dešavaju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pozorišne </a:t>
            </a:r>
            <a:r>
              <a:rPr lang="vi-VN" sz="1400" dirty="0" smtClean="0">
                <a:latin typeface="Times New Roman" pitchFamily="18" charset="0"/>
                <a:cs typeface="Times New Roman" pitchFamily="18" charset="0"/>
              </a:rPr>
              <a:t>predstave, projekcije filmova ili gde sviraju neki izvođači muzike.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11</TotalTime>
  <Words>744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Opulent</vt:lpstr>
      <vt:lpstr>ER DIJAGRAMI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DIJAGRAMI</dc:title>
  <dc:creator>I5 Pro</dc:creator>
  <cp:lastModifiedBy>I5 Pro</cp:lastModifiedBy>
  <cp:revision>2</cp:revision>
  <dcterms:created xsi:type="dcterms:W3CDTF">2019-03-17T16:27:10Z</dcterms:created>
  <dcterms:modified xsi:type="dcterms:W3CDTF">2019-03-17T16:38:47Z</dcterms:modified>
</cp:coreProperties>
</file>