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26" y="-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1605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8087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142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4478416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346453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671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211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10517981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845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423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9124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160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8663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5334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1343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5555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606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 cstate="print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87E87BE-BA26-42ED-A3F5-C53DE7CB3E2B}" type="datetimeFigureOut">
              <a:rPr lang="en-US" smtClean="0"/>
              <a:pPr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E20C854-7805-45A0-A3A9-0AD6A129F8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014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Teorija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x-none" dirty="0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informacija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x-none" dirty="0" smtClean="0"/>
              <a:t>Profesor: </a:t>
            </a:r>
            <a:r>
              <a:rPr lang="en-US" dirty="0" smtClean="0"/>
              <a:t>Doc. Dr Radovan </a:t>
            </a:r>
            <a:r>
              <a:rPr lang="en-US" dirty="0" err="1" smtClean="0"/>
              <a:t>Vladisavljevi</a:t>
            </a:r>
            <a:r>
              <a:rPr lang="x-none" smtClean="0"/>
              <a:t>ć</a:t>
            </a:r>
            <a:endParaRPr lang="x-none" dirty="0" smtClean="0"/>
          </a:p>
        </p:txBody>
      </p:sp>
    </p:spTree>
    <p:extLst>
      <p:ext uri="{BB962C8B-B14F-4D97-AF65-F5344CB8AC3E}">
        <p14:creationId xmlns:p14="http://schemas.microsoft.com/office/powerpoint/2010/main" xmlns="" val="351160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CS" dirty="0" smtClean="0"/>
              <a:t>Sistem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CS" dirty="0" smtClean="0"/>
              <a:t>Teorija sistema, kao samostalna zaokružena disciplina, čini bitan korak u tazvoju nauke i naučnih istraživanja.</a:t>
            </a:r>
          </a:p>
          <a:p>
            <a:r>
              <a:rPr lang="sr-Latn-CS" dirty="0" smtClean="0"/>
              <a:t>Umesto jednostavnih analitičkih i linearnih kauzalnih metoda istraživanja, u centu pažnje se stavlja istraživanje totaliteta, globalnih karakteristika kao i istraživanje strukture i ponašanja objekta upoznavanja.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28588"/>
            <a:ext cx="10058400" cy="660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Definicija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 </a:t>
            </a:r>
            <a:r>
              <a:rPr lang="en-US" dirty="0" err="1" smtClean="0"/>
              <a:t>mnogim</a:t>
            </a:r>
            <a:r>
              <a:rPr lang="en-US" dirty="0" smtClean="0"/>
              <a:t> </a:t>
            </a:r>
            <a:r>
              <a:rPr lang="en-US" dirty="0" err="1" smtClean="0"/>
              <a:t>naukama</a:t>
            </a:r>
            <a:r>
              <a:rPr lang="en-US" dirty="0" smtClean="0"/>
              <a:t> (</a:t>
            </a:r>
            <a:r>
              <a:rPr lang="x-none" dirty="0" smtClean="0"/>
              <a:t>naročito) eksperimentalnim definisanje pojmova nije od velikog značaja.</a:t>
            </a:r>
          </a:p>
          <a:p>
            <a:r>
              <a:rPr lang="x-none" dirty="0" smtClean="0"/>
              <a:t>Formalizovane naučne discipline moraju imati dobro definisane pojmove.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932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Pitanje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Kako definisati SISTEM tako da zadovolji uopštenost </a:t>
            </a:r>
            <a:r>
              <a:rPr lang="x-none" smtClean="0"/>
              <a:t>i </a:t>
            </a:r>
            <a:r>
              <a:rPr lang="x-none" smtClean="0"/>
              <a:t>pra</a:t>
            </a:r>
            <a:r>
              <a:rPr lang="en-US" dirty="0" smtClean="0"/>
              <a:t>k</a:t>
            </a:r>
            <a:r>
              <a:rPr lang="x-none" smtClean="0"/>
              <a:t>tičnost</a:t>
            </a:r>
            <a:r>
              <a:rPr lang="x-none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7679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Definicija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 je totalni skup interaktivnih elemenata (nivo posmatranja).</a:t>
            </a:r>
          </a:p>
          <a:p>
            <a:r>
              <a:rPr lang="x-none" dirty="0" smtClean="0"/>
              <a:t>Sistem je skup određenih elemenata koji su nedeljivi (kognitivni pristup).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5038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Sledeći korak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I da uspemo da identifikujemo elemente sledeće što moramo da uradimo jeste da identifikujemo relacije. (odnose, intenzitet, zavisnost, uticaji i sl.)</a:t>
            </a:r>
          </a:p>
          <a:p>
            <a:endParaRPr lang="x-none" dirty="0"/>
          </a:p>
          <a:p>
            <a:r>
              <a:rPr lang="x-none" dirty="0" smtClean="0"/>
              <a:t>Razlog:</a:t>
            </a:r>
          </a:p>
          <a:p>
            <a:endParaRPr lang="x-none" dirty="0"/>
          </a:p>
          <a:p>
            <a:r>
              <a:rPr lang="x-none" dirty="0" smtClean="0"/>
              <a:t>Elementi se ne mogu razumeti bez podrobnog razumevanja relacija.</a:t>
            </a:r>
          </a:p>
        </p:txBody>
      </p:sp>
    </p:spTree>
    <p:extLst>
      <p:ext uri="{BB962C8B-B14F-4D97-AF65-F5344CB8AC3E}">
        <p14:creationId xmlns:p14="http://schemas.microsoft.com/office/powerpoint/2010/main" xmlns="" val="363149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Okruženje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 je izdvojena celina koja je u nekoj interakciji sa okruženjem.</a:t>
            </a:r>
          </a:p>
          <a:p>
            <a:r>
              <a:rPr lang="x-none" dirty="0" smtClean="0"/>
              <a:t>Sa druge strane okruženje je obuhvaćeno pojmom totalitet.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5292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I dalje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Određivanje </a:t>
            </a:r>
            <a:r>
              <a:rPr lang="x-none" dirty="0" err="1" smtClean="0"/>
              <a:t>hijerarhijeks</a:t>
            </a:r>
            <a:r>
              <a:rPr lang="x-none" dirty="0" smtClean="0"/>
              <a:t> građe.</a:t>
            </a:r>
          </a:p>
          <a:p>
            <a:r>
              <a:rPr lang="x-none" dirty="0" smtClean="0"/>
              <a:t>Ovde se vodi računa o potencijalnoj deljivosti elemenata i odnosa među njima.</a:t>
            </a:r>
          </a:p>
          <a:p>
            <a:r>
              <a:rPr lang="x-none" dirty="0" smtClean="0"/>
              <a:t>Sa druge stane i elementi se mogu posmatrati kao zasebni sistemi (podsistemi).</a:t>
            </a:r>
          </a:p>
          <a:p>
            <a:r>
              <a:rPr lang="x-none" dirty="0" smtClean="0"/>
              <a:t>Hijerarhijska građa nije deo samo elemenata već ulazi i u prirodu relacija.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8813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Šta dobijamo?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 sadrži skup elemenata i skup relacija među elementima.</a:t>
            </a:r>
          </a:p>
          <a:p>
            <a:r>
              <a:rPr lang="x-none" dirty="0" smtClean="0"/>
              <a:t>Sa druge stane sistem prestavlja celinu (totalitet).</a:t>
            </a:r>
          </a:p>
          <a:p>
            <a:r>
              <a:rPr lang="x-none" dirty="0" smtClean="0"/>
              <a:t>Sve ovo vodi ka tome sistem poseduje uređenost, organizovanost i strukturu.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9593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smtClean="0"/>
              <a:t>Definicije 2, 3 , 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 smtClean="0"/>
              <a:t>Sistem je celina f</a:t>
            </a:r>
            <a:r>
              <a:rPr lang="x-none" baseline="-25000" dirty="0" smtClean="0"/>
              <a:t>1</a:t>
            </a:r>
            <a:r>
              <a:rPr lang="x-none" dirty="0" smtClean="0"/>
              <a:t>, f</a:t>
            </a:r>
            <a:r>
              <a:rPr lang="x-none" baseline="-25000" dirty="0" smtClean="0"/>
              <a:t>2, </a:t>
            </a:r>
            <a:r>
              <a:rPr lang="x-none" dirty="0" smtClean="0"/>
              <a:t>f</a:t>
            </a:r>
            <a:r>
              <a:rPr lang="x-none" baseline="-25000" dirty="0" smtClean="0"/>
              <a:t>3, …, </a:t>
            </a:r>
            <a:r>
              <a:rPr lang="x-none" dirty="0" err="1" smtClean="0"/>
              <a:t>f</a:t>
            </a:r>
            <a:r>
              <a:rPr lang="x-none" baseline="-25000" dirty="0" err="1" smtClean="0"/>
              <a:t>n</a:t>
            </a:r>
            <a:r>
              <a:rPr lang="x-none" dirty="0" smtClean="0"/>
              <a:t> elemenata koji su u interakciji (</a:t>
            </a:r>
            <a:r>
              <a:rPr lang="x-none" dirty="0" err="1" smtClean="0"/>
              <a:t>Bartalanffy</a:t>
            </a:r>
            <a:r>
              <a:rPr lang="x-none" dirty="0" smtClean="0"/>
              <a:t>)</a:t>
            </a:r>
          </a:p>
          <a:p>
            <a:r>
              <a:rPr lang="x-none" dirty="0" smtClean="0"/>
              <a:t>Sistem je određeni uređeni skup elemenata, koji su međusobno povezani i čine jednu celinu, odnosno totalitet. (</a:t>
            </a:r>
            <a:r>
              <a:rPr lang="x-none" dirty="0" err="1" smtClean="0"/>
              <a:t>Sadovskij</a:t>
            </a:r>
            <a:r>
              <a:rPr lang="x-none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7391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827</TotalTime>
  <Words>312</Words>
  <Application>Microsoft Office PowerPoint</Application>
  <PresentationFormat>Custom</PresentationFormat>
  <Paragraphs>34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Ion Boardroom</vt:lpstr>
      <vt:lpstr>Teorija sistema i informacija</vt:lpstr>
      <vt:lpstr>Sistem </vt:lpstr>
      <vt:lpstr>Slide 3</vt:lpstr>
      <vt:lpstr>Definicija sistema</vt:lpstr>
      <vt:lpstr>Pitanje</vt:lpstr>
      <vt:lpstr>Definicija 1</vt:lpstr>
      <vt:lpstr>Sledeći korak</vt:lpstr>
      <vt:lpstr>Okruženje </vt:lpstr>
      <vt:lpstr>I dalje</vt:lpstr>
      <vt:lpstr>Šta dobijamo?</vt:lpstr>
      <vt:lpstr>Definicije 2, 3 , ….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Teorija sistema i informacija</dc:title>
  <dc:creator>Radovan</dc:creator>
  <cp:lastModifiedBy>korisnik</cp:lastModifiedBy>
  <cp:revision>66</cp:revision>
  <dcterms:created xsi:type="dcterms:W3CDTF">2017-02-12T11:10:33Z</dcterms:created>
  <dcterms:modified xsi:type="dcterms:W3CDTF">2019-02-27T08:41:08Z</dcterms:modified>
</cp:coreProperties>
</file>